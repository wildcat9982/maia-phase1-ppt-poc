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we will discuss the potential of extending Maia into PowerPoint. This extension aims to enhance our presentation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Maia currently offers a range of capabilities that streamline document creation. Its AI-driven features can significantly improve our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Integrating Maia with PowerPoint will allow for seamless presentation creation. This will ensure our branding remains consistent and improve audience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must consider the technical aspects of this integration. Ensuring compatibility and security will be crucial for a successful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implementation will be carried out in phases. This structured approach will allow us to address any challenges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the integration offers many benefits, we must anticipate potential challenges. Addressing these proactively will be key to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move forward, we need to gather feedback and finalize our project scope. Initiating a pilot program will help us gauge effectiveness.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Extending Maia into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Briefing for Senior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Capabilities of Maia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content generation</a:t>
            </a:r>
          </a:p>
          <a:p>
            <a:r>
              <a:t>Supports various document formats</a:t>
            </a:r>
          </a:p>
          <a:p>
            <a:r>
              <a:t>Enhances productivity and efficiency</a:t>
            </a:r>
          </a:p>
          <a:p>
            <a:r>
              <a:t>User-friendly interface</a:t>
            </a:r>
          </a:p>
          <a:p>
            <a:r>
              <a:t>Integrates with existing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PowerPoint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Seamless presentation creation</a:t>
            </a:r>
          </a:p>
          <a:p>
            <a:r>
              <a:t>Consistent branding across slides</a:t>
            </a:r>
          </a:p>
          <a:p>
            <a:r>
              <a:t>Real-time collaboration features</a:t>
            </a:r>
          </a:p>
          <a:p>
            <a:r>
              <a:t>Enhanced visual content generation</a:t>
            </a:r>
          </a:p>
          <a:p>
            <a:r>
              <a:t>Improved engagement with audiences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Compatibility with existing systems</a:t>
            </a:r>
          </a:p>
          <a:p>
            <a:r>
              <a:t>User training requirements</a:t>
            </a:r>
          </a:p>
          <a:p>
            <a:r>
              <a:t>Data security measures</a:t>
            </a:r>
          </a:p>
          <a:p>
            <a:r>
              <a:t>Integration with cloud services</a:t>
            </a:r>
          </a:p>
          <a:p>
            <a:r>
              <a:t>Performance optimization needs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Requirement gathering</a:t>
            </a:r>
          </a:p>
          <a:p>
            <a:r>
              <a:t>Phase 2: Development and testing</a:t>
            </a:r>
          </a:p>
          <a:p>
            <a:r>
              <a:t>Phase 3: User training</a:t>
            </a:r>
          </a:p>
          <a:p>
            <a:r>
              <a:t>Phase 4: Launch</a:t>
            </a:r>
          </a:p>
          <a:p>
            <a:r>
              <a:t>Phase 5: Feedback and iteration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adoption resistance</a:t>
            </a:r>
          </a:p>
          <a:p>
            <a:r>
              <a:t>Technical integration issues</a:t>
            </a:r>
          </a:p>
          <a:p>
            <a:r>
              <a:t>Budget constraints</a:t>
            </a:r>
          </a:p>
          <a:p>
            <a:r>
              <a:t>Maintaining data integrity</a:t>
            </a:r>
          </a:p>
          <a:p>
            <a:r>
              <a:t>Ensuring ongoing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Gather feedback from stakeholders</a:t>
            </a:r>
          </a:p>
          <a:p>
            <a:r>
              <a:t>Finalize project scope and budget</a:t>
            </a:r>
          </a:p>
          <a:p>
            <a:r>
              <a:t>Initiate pilot program</a:t>
            </a:r>
          </a:p>
          <a:p>
            <a:r>
              <a:t>Monitor progress and adjust</a:t>
            </a:r>
          </a:p>
          <a:p>
            <a:r>
              <a:t>Schedule follow-up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