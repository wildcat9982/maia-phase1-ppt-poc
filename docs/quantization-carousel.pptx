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C7C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LLM QUANTIZATION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bits does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actually need?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74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7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parameter in an LLM is stored as a number. The real question isn't how small that number can get — it's where it can safely get small.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7452360"/>
            <a:ext cx="196596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85469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7452360"/>
            <a:ext cx="1965960" cy="658368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06040" y="785469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7452360"/>
            <a:ext cx="1965960" cy="658368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785469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37960" y="7452360"/>
            <a:ext cx="1965960" cy="658368"/>
          </a:xfrm>
          <a:prstGeom prst="rect">
            <a:avLst/>
          </a:prstGeom>
          <a:solidFill>
            <a:srgbClr val="C65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785469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780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SAFER · HEAVIER                                                                LEANER · RISKIER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SETUP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214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9875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economics are compelling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FP32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192024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2F4F7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192024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1E3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47088" y="19202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9202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1×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8833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FP16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0" y="268833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2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7360" y="2688336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2E7D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847088" y="26883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68833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564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37360" y="345643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2F4F7"/>
          </a:solidFill>
          <a:ln/>
        </p:spPr>
      </p:sp>
      <p:sp>
        <p:nvSpPr>
          <p:cNvPr id="18" name="Shape 16"/>
          <p:cNvSpPr/>
          <p:nvPr/>
        </p:nvSpPr>
        <p:spPr>
          <a:xfrm>
            <a:off x="1737360" y="345643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C98A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847088" y="34564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34564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4×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2245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37360" y="422452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2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7360" y="4224528"/>
            <a:ext cx="640080" cy="566928"/>
          </a:xfrm>
          <a:prstGeom prst="roundRect">
            <a:avLst>
              <a:gd name="adj" fmla="val 9677"/>
            </a:avLst>
          </a:prstGeom>
          <a:solidFill>
            <a:srgbClr val="C65A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847088" y="42245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12.5%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22452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8×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465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parameter storage. Real savings depend on runtime, caches &amp; implementation.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704088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F7E3D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704088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represents only 16 discrete values — vs. 256 for INT8. The efficiency gain comes bundled with rising approximation error.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INSIGHT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214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9875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parameter deserves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precision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LLM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7E3DF"/>
          </a:solidFill>
          <a:ln w="12700">
            <a:solidFill>
              <a:srgbClr val="C65A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9535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64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17320" y="3886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C65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732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28803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7ECF9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29535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264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3886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02336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INT8/16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8803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7E3DF"/>
          </a:solidFill>
          <a:ln w="12700">
            <a:solidFill>
              <a:srgbClr val="C65A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9535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264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9400" y="3886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C65A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470916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74320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MODEL · MIXED PRECISION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4864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attention heads are redundant. Others route critical information. Some layers form semantic bottlenecks far more sensitive to perturbation.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6492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7E3D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6656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3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OLD QUESTION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6995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convert the model to INT4?"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937760" y="6492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4F1E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66360" y="6656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NEW QUESTION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6995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parts can safely run at INT4?"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THE HAZARD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214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9875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harder than it looks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is autoregressive. A tiny numerical error doesn't stay tiny.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173480" cy="1188720"/>
          </a:xfrm>
          <a:prstGeom prst="roundRect">
            <a:avLst>
              <a:gd name="adj" fmla="val 6234"/>
            </a:avLst>
          </a:prstGeom>
          <a:solidFill>
            <a:srgbClr val="F2F4F7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34640"/>
            <a:ext cx="108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813560" y="2834640"/>
            <a:ext cx="164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78152" y="2834640"/>
            <a:ext cx="1173480" cy="1188720"/>
          </a:xfrm>
          <a:prstGeom prst="roundRect">
            <a:avLst>
              <a:gd name="adj" fmla="val 6234"/>
            </a:avLst>
          </a:prstGeom>
          <a:solidFill>
            <a:srgbClr val="F2F4F7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23872" y="2834640"/>
            <a:ext cx="108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numerical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151632" y="2834640"/>
            <a:ext cx="164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16224" y="2834640"/>
            <a:ext cx="1173480" cy="1188720"/>
          </a:xfrm>
          <a:prstGeom prst="roundRect">
            <a:avLst>
              <a:gd name="adj" fmla="val 6234"/>
            </a:avLst>
          </a:prstGeom>
          <a:solidFill>
            <a:srgbClr val="F2F4F7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61944" y="2834640"/>
            <a:ext cx="108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489704" y="2834640"/>
            <a:ext cx="164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54296" y="2834640"/>
            <a:ext cx="1173480" cy="1188720"/>
          </a:xfrm>
          <a:prstGeom prst="roundRect">
            <a:avLst>
              <a:gd name="adj" fmla="val 6234"/>
            </a:avLst>
          </a:prstGeom>
          <a:solidFill>
            <a:srgbClr val="F2F4F7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0016" y="2834640"/>
            <a:ext cx="108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 token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827776" y="2834640"/>
            <a:ext cx="164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92368" y="2834640"/>
            <a:ext cx="1173480" cy="1188720"/>
          </a:xfrm>
          <a:prstGeom prst="roundRect">
            <a:avLst>
              <a:gd name="adj" fmla="val 6234"/>
            </a:avLst>
          </a:prstGeom>
          <a:solidFill>
            <a:srgbClr val="F2F4F7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8088" y="2834640"/>
            <a:ext cx="108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context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165848" y="2834640"/>
            <a:ext cx="164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30440" y="2834640"/>
            <a:ext cx="1173480" cy="1188720"/>
          </a:xfrm>
          <a:prstGeom prst="roundRect">
            <a:avLst>
              <a:gd name="adj" fmla="val 6234"/>
            </a:avLst>
          </a:prstGeom>
          <a:solidFill>
            <a:srgbClr val="C65A45"/>
          </a:solidFill>
          <a:ln w="12700">
            <a:solidFill>
              <a:srgbClr val="C65A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76160" y="2834640"/>
            <a:ext cx="108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72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 in one token can alter the context used to generate every token that follows. Small next-token shifts compound into large perceived differences over a long generation.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9436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1214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94360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still runs" is not a sufficient quantization test.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THE TOOLBOX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214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9875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techniques, three questions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GPTQ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2724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reduce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error?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86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96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Layer-wise optimization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6177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280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19272" y="192024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E7D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4787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27889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AWQ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547872" y="312724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channels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most?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547872" y="3886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547872" y="4096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salient channels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47872" y="46177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48280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weights / channels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98464" y="192024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7064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98A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27064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227064" y="27889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SmoothQuant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6227064" y="312724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handle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outliers?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227064" y="3886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227064" y="4096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Redistribute difficulty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27064" y="46177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227064" y="48280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+ activations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989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quantization is becoming selective, not uniform.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629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AWQ uses activation statistics to find salient channels before group-wise INT4 quantization. SmoothQuant shifts quantization difficulty from activations onto weights.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TWO PATHS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214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9875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get there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794760" cy="4297680"/>
          </a:xfrm>
          <a:prstGeom prst="roundRect">
            <a:avLst>
              <a:gd name="adj" fmla="val 1928"/>
            </a:avLst>
          </a:prstGeom>
          <a:solidFill>
            <a:srgbClr val="F2F4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 Quantization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model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(full precision)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40030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749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4003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80060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800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Compensate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error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783080"/>
            <a:ext cx="3794760" cy="4297680"/>
          </a:xfrm>
          <a:prstGeom prst="roundRect">
            <a:avLst>
              <a:gd name="adj" fmla="val 1928"/>
            </a:avLst>
          </a:prstGeom>
          <a:solidFill>
            <a:srgbClr val="F2F4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19659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Quantization-Aware Training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937760" y="269748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while simulating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693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74904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3749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learns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robustness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6938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480060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4800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at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precision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630936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E4F1E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63093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only "how do we compress without breaking it?" — QAT asks "can we teach the model to operate under lower precision?"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4D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THE TAKEAWAY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214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9875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allocation, not just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precision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1214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0574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LLM efficiency isn't simply lower precision. It's smarter allocation of precision.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377440" y="361188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214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36118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contribute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model intelligence?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47091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E3A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71600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PROTECT 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5184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FP16 / INT8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47091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C65A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0640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QUANTIZE IT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5184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1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06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Better AI economics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537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D5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methods allocate bit-width differently by layer, head, or block — instead of one precision policy for the whole transformer.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C7C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ONE SENTENCE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863840" cy="2651760"/>
          </a:xfrm>
          <a:prstGeom prst="roundRect">
            <a:avLst>
              <a:gd name="adj" fmla="val 2759"/>
            </a:avLst>
          </a:prstGeom>
          <a:solidFill>
            <a:srgbClr val="1B1F2B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TOP MANAGEMENT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is about getting more AI capability from the same — or smaller — infrastructure envelope, without sacrificing the quality the business depends 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7863840" cy="2651760"/>
          </a:xfrm>
          <a:prstGeom prst="roundRect">
            <a:avLst>
              <a:gd name="adj" fmla="val 2759"/>
            </a:avLst>
          </a:prstGeom>
          <a:solidFill>
            <a:srgbClr val="1B1F2B"/>
          </a:solidFill>
          <a:ln w="15875">
            <a:solidFill>
              <a:srgbClr val="C65A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TECHNICAL LEADERS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02920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is shifting from "how do we quantize an LLM?" to "where, how aggressively, and on which hardware should each component be quantized?"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7635240"/>
            <a:ext cx="196596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7836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FP32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7635240"/>
            <a:ext cx="1965960" cy="4572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06040" y="7836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FP16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7635240"/>
            <a:ext cx="1965960" cy="45720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7836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7635240"/>
            <a:ext cx="1965960" cy="457200"/>
          </a:xfrm>
          <a:prstGeom prst="rect">
            <a:avLst/>
          </a:prstGeom>
          <a:solidFill>
            <a:srgbClr val="C65A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7836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2026-08-29T05:21:04Z</dcterms:created>
  <dcterms:modified xsi:type="dcterms:W3CDTF">2026-08-29T05:21:04Z</dcterms:modified>
</cp:coreProperties>
</file>